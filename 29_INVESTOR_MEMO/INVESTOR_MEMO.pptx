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JABREF | Category: ACADEMIA_RD</a:t>
            </a:r>
          </a:p>
          <a:p>
            <a: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BibTeX-based bibliography manager without data egress. Cloud-hosted alternatives leak data by architecture; Anticloud FZ LLE delivers JABREF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JABREF (https://github.com/JabRef/jabref,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ACADEMIA_RD;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
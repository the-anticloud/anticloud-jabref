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2026-10-02T09:24:57.486221Z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58f6e4006f542e002a09fa7c6908952470ca49ffda8ea14e9f676d1c55b4b1e8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2026-10-02T09:24:57.486221Z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
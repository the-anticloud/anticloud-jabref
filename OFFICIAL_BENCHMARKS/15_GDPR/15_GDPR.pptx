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2026-10-02T09:24:57.626148Z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17c70e2e2cf6da50c4fa84c48e25747ab7e3f41e6fe3999ed274aa0ad1a68082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2026-10-02T09:24:57.626148Z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
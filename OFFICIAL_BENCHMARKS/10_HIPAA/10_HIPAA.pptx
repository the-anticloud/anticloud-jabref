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10 Hipaa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2026-10-02T09:24:56.863788Z | Framework ID: 10_HIPAA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HIPAA Security Rule, HHS 2013/2024 update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§164.312(a)(1) Access Control, §164.312(e)(2)(ii) Encryption, §164.312(b) Audit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 — all 18 required + addressable standards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§164.312(e)(2)(ii); AIOSS chain satisfies §164.312(b)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b3b877b8ec74e702d6ce466a2a88e7ea5c31db481a4abb56567ad42dd2baee80</a:t>
            </a:r>
          </a:p>
          <a:p>
            <a:r>
              <a:rPr sz="1000">
                <a:solidFill>
                  <a:srgbClr val="222222"/>
                </a:solidFill>
              </a:rPr>
              <a:t>  SHA3-256 (chain) | 94233963602a2641d11d5fc1317b7592e290d25957eaa8fbc1796b02ebc588d8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2026-10-02T09:24:56.863788Z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
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2026-10-02T09:24:57.185625Z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4918f1838724e33b10a08d4e3e1d00879d5dcd50812557d37e420619966e5b27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2026-10-02T09:24:57.185625Z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
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Millennium Problem Proposals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JABREF | Category: ACADEMIA_RD</a:t>
            </a:r>
          </a:p>
          <a:p>
            <a:r>
              <a:rPr sz="1400"/>
              <a:t>Upstream: https://github.com/JabRef/jabref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millennium problem proposals for the Anticloud integration of JABREF.</a:t>
            </a:r>
          </a:p>
          <a:p>
            <a:r>
              <a:rPr sz="1400"/>
              <a:t>BibTeX-based bibliography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JABREF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